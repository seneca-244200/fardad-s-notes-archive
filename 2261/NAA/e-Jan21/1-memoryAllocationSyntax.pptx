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70" r:id="rId5"/>
    <p:sldId id="271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8" autoAdjust="0"/>
    <p:restoredTop sz="94680" autoAdjust="0"/>
  </p:normalViewPr>
  <p:slideViewPr>
    <p:cSldViewPr snapToGrid="0">
      <p:cViewPr varScale="1">
        <p:scale>
          <a:sx n="108" d="100"/>
          <a:sy n="108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5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3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7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0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2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3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2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1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6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9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933A0-1478-4559-B78C-E0E41C9D5F5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9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615981" y="836076"/>
            <a:ext cx="62059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Create a pointer to the Type you need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1040" y="2585997"/>
            <a:ext cx="4099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dataPtr</a:t>
            </a:r>
            <a:r>
              <a:rPr lang="en-US" dirty="0"/>
              <a:t> is just created.</a:t>
            </a:r>
          </a:p>
          <a:p>
            <a:r>
              <a:rPr lang="en-US" dirty="0"/>
              <a:t>- It </a:t>
            </a:r>
            <a:r>
              <a:rPr lang="en-US" dirty="0" err="1"/>
              <a:t>it</a:t>
            </a:r>
            <a:r>
              <a:rPr lang="en-US" dirty="0"/>
              <a:t> flagged to a safe empty state.</a:t>
            </a:r>
          </a:p>
          <a:p>
            <a:r>
              <a:rPr lang="en-US" dirty="0"/>
              <a:t>- The target of </a:t>
            </a:r>
            <a:r>
              <a:rPr lang="en-US" dirty="0" err="1"/>
              <a:t>dataPtr</a:t>
            </a:r>
            <a:r>
              <a:rPr lang="en-US" dirty="0"/>
              <a:t> </a:t>
            </a:r>
            <a:r>
              <a:rPr lang="en-US" dirty="0" err="1"/>
              <a:t>nullptr</a:t>
            </a:r>
            <a:r>
              <a:rPr lang="en-US" dirty="0"/>
              <a:t>. </a:t>
            </a:r>
          </a:p>
          <a:p>
            <a:r>
              <a:rPr lang="en-US" dirty="0"/>
              <a:t>- Hence, accessing it will cause an error.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4099" y="4385545"/>
            <a:ext cx="390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dataPtr</a:t>
            </a:r>
            <a:r>
              <a:rPr lang="en-US" dirty="0"/>
              <a:t>[5] = value; or *</a:t>
            </a:r>
            <a:r>
              <a:rPr lang="en-US" dirty="0" err="1"/>
              <a:t>dataPtr</a:t>
            </a:r>
            <a:r>
              <a:rPr lang="en-US" dirty="0"/>
              <a:t> = value;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8647" y="5087314"/>
            <a:ext cx="2438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Null Pointer Assignment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987216" y="4639117"/>
            <a:ext cx="1048151" cy="4481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484947" y="5447751"/>
            <a:ext cx="693420" cy="9620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 rot="10800000">
            <a:off x="8035367" y="4063325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 rot="10800000">
            <a:off x="8283017" y="429965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 rot="10800000">
            <a:off x="8588526" y="429965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/>
          <p:cNvSpPr/>
          <p:nvPr/>
        </p:nvSpPr>
        <p:spPr>
          <a:xfrm rot="10800000" flipV="1">
            <a:off x="8304681" y="4569482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13F38-B60B-4690-8130-C0409E6E93D7}"/>
              </a:ext>
            </a:extLst>
          </p:cNvPr>
          <p:cNvSpPr txBox="1"/>
          <p:nvPr/>
        </p:nvSpPr>
        <p:spPr>
          <a:xfrm>
            <a:off x="1074199" y="1651973"/>
            <a:ext cx="35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Type*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nullptr;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5013AA-2C2C-424B-8159-10E13B5EE856}"/>
              </a:ext>
            </a:extLst>
          </p:cNvPr>
          <p:cNvSpPr txBox="1"/>
          <p:nvPr/>
        </p:nvSpPr>
        <p:spPr>
          <a:xfrm>
            <a:off x="5485531" y="3234326"/>
            <a:ext cx="6205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Bookman Old Style" panose="02050604050505020204" pitchFamily="18" charset="0"/>
              </a:rPr>
              <a:t>Don’t Use it until you allocated memory and pointer to it</a:t>
            </a:r>
            <a:endParaRPr lang="en-US" sz="28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C71AA5-57BA-FC9B-50CA-18B493EE36E6}"/>
              </a:ext>
            </a:extLst>
          </p:cNvPr>
          <p:cNvCxnSpPr/>
          <p:nvPr/>
        </p:nvCxnSpPr>
        <p:spPr>
          <a:xfrm>
            <a:off x="3360619" y="2149642"/>
            <a:ext cx="928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6AFB83-4824-F6CB-7F68-BC311FFE7F2F}"/>
              </a:ext>
            </a:extLst>
          </p:cNvPr>
          <p:cNvCxnSpPr/>
          <p:nvPr/>
        </p:nvCxnSpPr>
        <p:spPr>
          <a:xfrm flipV="1">
            <a:off x="4289154" y="2149642"/>
            <a:ext cx="0" cy="3094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4DC426-C93E-CC35-2619-F249ED81DDA2}"/>
              </a:ext>
            </a:extLst>
          </p:cNvPr>
          <p:cNvCxnSpPr>
            <a:cxnSpLocks/>
          </p:cNvCxnSpPr>
          <p:nvPr/>
        </p:nvCxnSpPr>
        <p:spPr>
          <a:xfrm>
            <a:off x="4044099" y="2459115"/>
            <a:ext cx="50126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070A74-E544-0B70-AE5C-3904584E110F}"/>
              </a:ext>
            </a:extLst>
          </p:cNvPr>
          <p:cNvCxnSpPr>
            <a:cxnSpLocks/>
          </p:cNvCxnSpPr>
          <p:nvPr/>
        </p:nvCxnSpPr>
        <p:spPr>
          <a:xfrm>
            <a:off x="4159688" y="2585997"/>
            <a:ext cx="2589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1F93FB-D6CB-D32A-23CA-07DB25B02443}"/>
              </a:ext>
            </a:extLst>
          </p:cNvPr>
          <p:cNvCxnSpPr>
            <a:cxnSpLocks/>
          </p:cNvCxnSpPr>
          <p:nvPr/>
        </p:nvCxnSpPr>
        <p:spPr>
          <a:xfrm>
            <a:off x="4249942" y="2694007"/>
            <a:ext cx="1065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35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604346" y="358615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0114" y="2971360"/>
            <a:ext cx="4157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Type[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dataSize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1883" y="3537301"/>
            <a:ext cx="200528" cy="305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56419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56947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561483" y="3537301"/>
            <a:ext cx="200528" cy="3051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58003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62536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155051" y="353730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4288323" y="3026505"/>
            <a:ext cx="103910" cy="1223210"/>
          </a:xfrm>
          <a:prstGeom prst="curvedConnector4">
            <a:avLst>
              <a:gd name="adj1" fmla="val -219998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6200000">
            <a:off x="5495320" y="249245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256684" y="2568256"/>
            <a:ext cx="1086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dataSize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500491" y="2198924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7988" y="3529029"/>
            <a:ext cx="283467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1929" y="4598467"/>
            <a:ext cx="1678346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dataPtr</a:t>
            </a:r>
            <a:r>
              <a:rPr lang="en-US" dirty="0">
                <a:solidFill>
                  <a:srgbClr val="00B050"/>
                </a:solidFill>
              </a:rPr>
              <a:t>[3] = V;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4617867" y="3738918"/>
            <a:ext cx="1029852" cy="10123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266197" y="4742755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513847" y="497908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819356" y="497908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/>
          <p:cNvSpPr/>
          <p:nvPr/>
        </p:nvSpPr>
        <p:spPr>
          <a:xfrm flipV="1">
            <a:off x="5535511" y="5248912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6746975" y="4147363"/>
            <a:ext cx="159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dataPtr</a:t>
            </a:r>
            <a:r>
              <a:rPr lang="en-US" dirty="0">
                <a:solidFill>
                  <a:srgbClr val="FF0000"/>
                </a:solidFill>
              </a:rPr>
              <a:t>[7] = X;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 flipV="1">
            <a:off x="6580157" y="3738919"/>
            <a:ext cx="1270078" cy="5061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43558" y="3529029"/>
            <a:ext cx="283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15727" y="3420295"/>
            <a:ext cx="2047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Segmentation fault!</a:t>
            </a:r>
          </a:p>
        </p:txBody>
      </p:sp>
      <p:cxnSp>
        <p:nvCxnSpPr>
          <p:cNvPr id="56" name="Straight Arrow Connector 55"/>
          <p:cNvCxnSpPr>
            <a:endCxn id="55" idx="1"/>
          </p:cNvCxnSpPr>
          <p:nvPr/>
        </p:nvCxnSpPr>
        <p:spPr>
          <a:xfrm>
            <a:off x="6580157" y="3586155"/>
            <a:ext cx="835570" cy="188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 rot="10800000">
            <a:off x="7842447" y="2396306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 rot="10800000">
            <a:off x="8090097" y="2632637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 rot="10800000">
            <a:off x="8395606" y="2632637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c 60"/>
          <p:cNvSpPr/>
          <p:nvPr/>
        </p:nvSpPr>
        <p:spPr>
          <a:xfrm rot="10800000" flipV="1">
            <a:off x="8111761" y="2902463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7726281" y="3826887"/>
            <a:ext cx="2694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reserved for us to use!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6B91C5-B7AD-477D-8F08-02CDA2ACEB14}"/>
              </a:ext>
            </a:extLst>
          </p:cNvPr>
          <p:cNvSpPr txBox="1"/>
          <p:nvPr/>
        </p:nvSpPr>
        <p:spPr>
          <a:xfrm>
            <a:off x="1594152" y="1082474"/>
            <a:ext cx="8450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Allocate the memory using  the “new” statement as a dynamic Array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35A90D-94C4-4A81-853D-9007BDF68BA3}"/>
              </a:ext>
            </a:extLst>
          </p:cNvPr>
          <p:cNvSpPr txBox="1"/>
          <p:nvPr/>
        </p:nvSpPr>
        <p:spPr>
          <a:xfrm>
            <a:off x="6627025" y="4851940"/>
            <a:ext cx="5082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And stay within the limits (or else the OS will stop your program)</a:t>
            </a:r>
            <a:endParaRPr lang="en-US" sz="18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54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36342" y="1286376"/>
            <a:ext cx="268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delete[]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5958" y="1972451"/>
            <a:ext cx="200528" cy="305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98" y="1461655"/>
            <a:ext cx="103910" cy="1223210"/>
          </a:xfrm>
          <a:prstGeom prst="curvedConnector4">
            <a:avLst>
              <a:gd name="adj1" fmla="val -219998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675277" y="1003406"/>
            <a:ext cx="99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dataSize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104566" y="634074"/>
            <a:ext cx="31974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675277" y="1796126"/>
            <a:ext cx="1130969" cy="60157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675277" y="1852273"/>
            <a:ext cx="1130969" cy="54543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6B2C9E4-523E-45E1-B147-F7647E75EB4D}"/>
              </a:ext>
            </a:extLst>
          </p:cNvPr>
          <p:cNvSpPr txBox="1"/>
          <p:nvPr/>
        </p:nvSpPr>
        <p:spPr>
          <a:xfrm>
            <a:off x="3332747" y="2763301"/>
            <a:ext cx="8110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Delete when you are done (not to have memory leak)</a:t>
            </a:r>
            <a:endParaRPr lang="en-US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5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E08F4-66B2-38BC-6C69-36898C0A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E5B2C0-2B82-7FE9-15C6-3C5B635E4373}"/>
              </a:ext>
            </a:extLst>
          </p:cNvPr>
          <p:cNvSpPr txBox="1"/>
          <p:nvPr/>
        </p:nvSpPr>
        <p:spPr>
          <a:xfrm>
            <a:off x="887766" y="1286376"/>
            <a:ext cx="3480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8773B-1C4B-4991-CB45-4D87F279E077}"/>
              </a:ext>
            </a:extLst>
          </p:cNvPr>
          <p:cNvSpPr txBox="1"/>
          <p:nvPr/>
        </p:nvSpPr>
        <p:spPr>
          <a:xfrm>
            <a:off x="3332747" y="2763301"/>
            <a:ext cx="8110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Then set it to </a:t>
            </a:r>
            <a:r>
              <a:rPr lang="en-CA" sz="24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nullptr</a:t>
            </a:r>
            <a:r>
              <a:rPr lang="en-CA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 to be in a safe empty state</a:t>
            </a:r>
            <a:endParaRPr lang="en-US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005ECCF-D3FC-CCCE-90CB-6D159AA68D5E}"/>
              </a:ext>
            </a:extLst>
          </p:cNvPr>
          <p:cNvSpPr/>
          <p:nvPr/>
        </p:nvSpPr>
        <p:spPr>
          <a:xfrm>
            <a:off x="1619318" y="1748041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6051E5-672E-34AE-06C4-E5C7E92D574E}"/>
              </a:ext>
            </a:extLst>
          </p:cNvPr>
          <p:cNvCxnSpPr/>
          <p:nvPr/>
        </p:nvCxnSpPr>
        <p:spPr>
          <a:xfrm>
            <a:off x="1771516" y="1876378"/>
            <a:ext cx="928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831E1D-02A3-F9B1-DCDC-154315CD7251}"/>
              </a:ext>
            </a:extLst>
          </p:cNvPr>
          <p:cNvCxnSpPr/>
          <p:nvPr/>
        </p:nvCxnSpPr>
        <p:spPr>
          <a:xfrm flipV="1">
            <a:off x="2700051" y="1876378"/>
            <a:ext cx="0" cy="3094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BF2640-6BE3-D9F3-62B0-2B32410399E9}"/>
              </a:ext>
            </a:extLst>
          </p:cNvPr>
          <p:cNvCxnSpPr>
            <a:cxnSpLocks/>
          </p:cNvCxnSpPr>
          <p:nvPr/>
        </p:nvCxnSpPr>
        <p:spPr>
          <a:xfrm>
            <a:off x="2454996" y="2185851"/>
            <a:ext cx="50126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63D9C3-CF96-0753-208A-1EC67A33E607}"/>
              </a:ext>
            </a:extLst>
          </p:cNvPr>
          <p:cNvCxnSpPr>
            <a:cxnSpLocks/>
          </p:cNvCxnSpPr>
          <p:nvPr/>
        </p:nvCxnSpPr>
        <p:spPr>
          <a:xfrm>
            <a:off x="2570585" y="2312733"/>
            <a:ext cx="2589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627884-B877-B6C0-8C84-B0410C4E3B75}"/>
              </a:ext>
            </a:extLst>
          </p:cNvPr>
          <p:cNvCxnSpPr>
            <a:cxnSpLocks/>
          </p:cNvCxnSpPr>
          <p:nvPr/>
        </p:nvCxnSpPr>
        <p:spPr>
          <a:xfrm>
            <a:off x="2660839" y="2420743"/>
            <a:ext cx="1065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90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AC11-B514-D9A1-46EA-36B17020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E84BEAF-F10A-25A9-181C-061016A6F665}"/>
              </a:ext>
            </a:extLst>
          </p:cNvPr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6E0F7C-EE80-BD92-6F02-D807B37E4C29}"/>
              </a:ext>
            </a:extLst>
          </p:cNvPr>
          <p:cNvSpPr txBox="1"/>
          <p:nvPr/>
        </p:nvSpPr>
        <p:spPr>
          <a:xfrm>
            <a:off x="4615981" y="836076"/>
            <a:ext cx="6205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Create a pointer to the Type you need for a single dynamic object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D976EF-6385-3488-60A7-B84D4B7118B4}"/>
              </a:ext>
            </a:extLst>
          </p:cNvPr>
          <p:cNvSpPr txBox="1"/>
          <p:nvPr/>
        </p:nvSpPr>
        <p:spPr>
          <a:xfrm>
            <a:off x="1311040" y="2585997"/>
            <a:ext cx="4099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dataPtr</a:t>
            </a:r>
            <a:r>
              <a:rPr lang="en-US" dirty="0"/>
              <a:t> is just created.</a:t>
            </a:r>
          </a:p>
          <a:p>
            <a:r>
              <a:rPr lang="en-US" dirty="0"/>
              <a:t>- It </a:t>
            </a:r>
            <a:r>
              <a:rPr lang="en-US" dirty="0" err="1"/>
              <a:t>it</a:t>
            </a:r>
            <a:r>
              <a:rPr lang="en-US" dirty="0"/>
              <a:t> flagged to a safe empty state.</a:t>
            </a:r>
          </a:p>
          <a:p>
            <a:r>
              <a:rPr lang="en-US" dirty="0"/>
              <a:t>- The target of </a:t>
            </a:r>
            <a:r>
              <a:rPr lang="en-US" dirty="0" err="1"/>
              <a:t>dataPtr</a:t>
            </a:r>
            <a:r>
              <a:rPr lang="en-US" dirty="0"/>
              <a:t> is </a:t>
            </a:r>
            <a:r>
              <a:rPr lang="en-US" dirty="0" err="1"/>
              <a:t>nullptr</a:t>
            </a:r>
            <a:r>
              <a:rPr lang="en-US" dirty="0"/>
              <a:t>. </a:t>
            </a:r>
          </a:p>
          <a:p>
            <a:r>
              <a:rPr lang="en-US" dirty="0"/>
              <a:t>- Hence, accessing it will cause an error.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7A3CC0-3AC9-7683-D7B6-6E00CA82285B}"/>
              </a:ext>
            </a:extLst>
          </p:cNvPr>
          <p:cNvSpPr txBox="1"/>
          <p:nvPr/>
        </p:nvSpPr>
        <p:spPr>
          <a:xfrm>
            <a:off x="4044099" y="4385545"/>
            <a:ext cx="390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dataPtr</a:t>
            </a:r>
            <a:r>
              <a:rPr lang="en-US" dirty="0"/>
              <a:t>[5] = value; or *</a:t>
            </a:r>
            <a:r>
              <a:rPr lang="en-US" dirty="0" err="1"/>
              <a:t>dataPtr</a:t>
            </a:r>
            <a:r>
              <a:rPr lang="en-US" dirty="0"/>
              <a:t> = value;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124B9B-8B42-814A-F636-1F5606FA239F}"/>
              </a:ext>
            </a:extLst>
          </p:cNvPr>
          <p:cNvSpPr txBox="1"/>
          <p:nvPr/>
        </p:nvSpPr>
        <p:spPr>
          <a:xfrm>
            <a:off x="7608647" y="5087314"/>
            <a:ext cx="2438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Null Pointer Assignment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8E8BF2-23F9-E014-99A2-4361C3FDC7AF}"/>
              </a:ext>
            </a:extLst>
          </p:cNvPr>
          <p:cNvCxnSpPr/>
          <p:nvPr/>
        </p:nvCxnSpPr>
        <p:spPr>
          <a:xfrm>
            <a:off x="6987216" y="4639117"/>
            <a:ext cx="1048151" cy="4481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1B1ADC-7BA1-0453-F8E5-F6E5C972F2FA}"/>
              </a:ext>
            </a:extLst>
          </p:cNvPr>
          <p:cNvCxnSpPr/>
          <p:nvPr/>
        </p:nvCxnSpPr>
        <p:spPr>
          <a:xfrm>
            <a:off x="8484947" y="5447751"/>
            <a:ext cx="693420" cy="9620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F6D95190-37C3-968F-9B29-3A7006CDD99A}"/>
              </a:ext>
            </a:extLst>
          </p:cNvPr>
          <p:cNvSpPr/>
          <p:nvPr/>
        </p:nvSpPr>
        <p:spPr>
          <a:xfrm rot="10800000">
            <a:off x="8035367" y="4063325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D9B7A4A-88D9-8EDB-6925-4BA64A10C33E}"/>
              </a:ext>
            </a:extLst>
          </p:cNvPr>
          <p:cNvSpPr/>
          <p:nvPr/>
        </p:nvSpPr>
        <p:spPr>
          <a:xfrm rot="10800000">
            <a:off x="8283017" y="429965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FE779D9-69E2-42C9-04B2-2ADD31E3F0A0}"/>
              </a:ext>
            </a:extLst>
          </p:cNvPr>
          <p:cNvSpPr/>
          <p:nvPr/>
        </p:nvSpPr>
        <p:spPr>
          <a:xfrm rot="10800000">
            <a:off x="8588526" y="429965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850E9C14-6A3A-9F93-704B-F4B1D6798705}"/>
              </a:ext>
            </a:extLst>
          </p:cNvPr>
          <p:cNvSpPr/>
          <p:nvPr/>
        </p:nvSpPr>
        <p:spPr>
          <a:xfrm rot="10800000" flipV="1">
            <a:off x="8304681" y="4569482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ABF828-440B-B025-1437-4C85D25FEBBD}"/>
              </a:ext>
            </a:extLst>
          </p:cNvPr>
          <p:cNvSpPr txBox="1"/>
          <p:nvPr/>
        </p:nvSpPr>
        <p:spPr>
          <a:xfrm>
            <a:off x="1074199" y="1651973"/>
            <a:ext cx="35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Type*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nullptr;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440E6C-5D7D-D828-0AE2-1D33EA674835}"/>
              </a:ext>
            </a:extLst>
          </p:cNvPr>
          <p:cNvSpPr txBox="1"/>
          <p:nvPr/>
        </p:nvSpPr>
        <p:spPr>
          <a:xfrm>
            <a:off x="5485531" y="3234326"/>
            <a:ext cx="6205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Bookman Old Style" panose="02050604050505020204" pitchFamily="18" charset="0"/>
              </a:rPr>
              <a:t>Don’t Use it until you allocated memory and pointer to it</a:t>
            </a:r>
            <a:endParaRPr lang="en-US" sz="28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BB0FB2-64C6-3E89-C030-2282B67F48D9}"/>
              </a:ext>
            </a:extLst>
          </p:cNvPr>
          <p:cNvCxnSpPr/>
          <p:nvPr/>
        </p:nvCxnSpPr>
        <p:spPr>
          <a:xfrm>
            <a:off x="3360619" y="2149642"/>
            <a:ext cx="928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E1D29C-9956-2D0F-01F2-16BF8CBA0540}"/>
              </a:ext>
            </a:extLst>
          </p:cNvPr>
          <p:cNvCxnSpPr/>
          <p:nvPr/>
        </p:nvCxnSpPr>
        <p:spPr>
          <a:xfrm flipV="1">
            <a:off x="4289154" y="2149642"/>
            <a:ext cx="0" cy="3094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B246F2-593E-E83A-C3E5-1D1258AE33BF}"/>
              </a:ext>
            </a:extLst>
          </p:cNvPr>
          <p:cNvCxnSpPr>
            <a:cxnSpLocks/>
          </p:cNvCxnSpPr>
          <p:nvPr/>
        </p:nvCxnSpPr>
        <p:spPr>
          <a:xfrm>
            <a:off x="4044099" y="2459115"/>
            <a:ext cx="50126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572837-66DD-2344-F275-E4D315B10394}"/>
              </a:ext>
            </a:extLst>
          </p:cNvPr>
          <p:cNvCxnSpPr>
            <a:cxnSpLocks/>
          </p:cNvCxnSpPr>
          <p:nvPr/>
        </p:nvCxnSpPr>
        <p:spPr>
          <a:xfrm>
            <a:off x="4159688" y="2585997"/>
            <a:ext cx="2589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8E057E-552E-9FCA-0CE7-529D81F65335}"/>
              </a:ext>
            </a:extLst>
          </p:cNvPr>
          <p:cNvCxnSpPr>
            <a:cxnSpLocks/>
          </p:cNvCxnSpPr>
          <p:nvPr/>
        </p:nvCxnSpPr>
        <p:spPr>
          <a:xfrm>
            <a:off x="4249942" y="2694007"/>
            <a:ext cx="1065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77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94638" y="2716023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51752" y="2971360"/>
            <a:ext cx="369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Type*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Type;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1483" y="3537301"/>
            <a:ext cx="200528" cy="3051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cxnSpLocks/>
            <a:stCxn id="4" idx="0"/>
            <a:endCxn id="41" idx="1"/>
          </p:cNvCxnSpPr>
          <p:nvPr/>
        </p:nvCxnSpPr>
        <p:spPr>
          <a:xfrm rot="16200000" flipH="1">
            <a:off x="3564640" y="1770348"/>
            <a:ext cx="997672" cy="2889023"/>
          </a:xfrm>
          <a:prstGeom prst="curvedConnector4">
            <a:avLst>
              <a:gd name="adj1" fmla="val -22913"/>
              <a:gd name="adj2" fmla="val 5215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07988" y="3529029"/>
            <a:ext cx="283467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1929" y="4598467"/>
            <a:ext cx="1678346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</a:t>
            </a:r>
            <a:r>
              <a:rPr lang="en-US" dirty="0" err="1">
                <a:solidFill>
                  <a:srgbClr val="00B050"/>
                </a:solidFill>
              </a:rPr>
              <a:t>dataPtr</a:t>
            </a:r>
            <a:r>
              <a:rPr lang="en-US" dirty="0">
                <a:solidFill>
                  <a:srgbClr val="00B050"/>
                </a:solidFill>
              </a:rPr>
              <a:t> = V;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4617867" y="3738918"/>
            <a:ext cx="1029852" cy="10123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266197" y="4742755"/>
            <a:ext cx="906780" cy="9316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513847" y="497908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819356" y="4979086"/>
            <a:ext cx="83820" cy="9144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/>
          <p:cNvSpPr/>
          <p:nvPr/>
        </p:nvSpPr>
        <p:spPr>
          <a:xfrm flipV="1">
            <a:off x="5535511" y="5248912"/>
            <a:ext cx="325755" cy="205629"/>
          </a:xfrm>
          <a:prstGeom prst="arc">
            <a:avLst>
              <a:gd name="adj1" fmla="val 10720996"/>
              <a:gd name="adj2" fmla="val 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6B91C5-B7AD-477D-8F08-02CDA2ACEB14}"/>
              </a:ext>
            </a:extLst>
          </p:cNvPr>
          <p:cNvSpPr txBox="1"/>
          <p:nvPr/>
        </p:nvSpPr>
        <p:spPr>
          <a:xfrm>
            <a:off x="1594152" y="1082474"/>
            <a:ext cx="8450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Allocate a singe unit of memory using  the “new” statement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05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808926" y="947107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7767" y="1286376"/>
            <a:ext cx="2929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55958" y="1972451"/>
            <a:ext cx="200528" cy="3055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155551" y="724809"/>
            <a:ext cx="1178108" cy="1622705"/>
          </a:xfrm>
          <a:prstGeom prst="curvedConnector4">
            <a:avLst>
              <a:gd name="adj1" fmla="val -19404"/>
              <a:gd name="adj2" fmla="val 5383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090737" y="1818775"/>
            <a:ext cx="1130969" cy="60157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075543" y="1874146"/>
            <a:ext cx="1130969" cy="54543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6B2C9E4-523E-45E1-B147-F7647E75EB4D}"/>
              </a:ext>
            </a:extLst>
          </p:cNvPr>
          <p:cNvSpPr txBox="1"/>
          <p:nvPr/>
        </p:nvSpPr>
        <p:spPr>
          <a:xfrm>
            <a:off x="3332747" y="2763301"/>
            <a:ext cx="811064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Delete without </a:t>
            </a:r>
            <a:r>
              <a:rPr lang="en-CA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[ ]</a:t>
            </a:r>
            <a:r>
              <a:rPr lang="en-CA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 when you are done ([ ] is to delete an array not a single unit)</a:t>
            </a:r>
            <a:endParaRPr lang="en-US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23BA-FB3D-F639-78C9-257BFD61E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B8A467-BDFB-D149-4794-77592F27D8E7}"/>
              </a:ext>
            </a:extLst>
          </p:cNvPr>
          <p:cNvSpPr txBox="1"/>
          <p:nvPr/>
        </p:nvSpPr>
        <p:spPr>
          <a:xfrm>
            <a:off x="887766" y="1286376"/>
            <a:ext cx="3480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dataPtr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A5260-FB4F-282D-E903-663B3D2F9EC9}"/>
              </a:ext>
            </a:extLst>
          </p:cNvPr>
          <p:cNvSpPr txBox="1"/>
          <p:nvPr/>
        </p:nvSpPr>
        <p:spPr>
          <a:xfrm>
            <a:off x="3332747" y="2763301"/>
            <a:ext cx="8110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Then set it to </a:t>
            </a:r>
            <a:r>
              <a:rPr lang="en-CA" sz="24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nullptr</a:t>
            </a:r>
            <a:r>
              <a:rPr lang="en-CA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 to be in a safe empty state</a:t>
            </a:r>
            <a:endParaRPr lang="en-US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CB68AFC-E268-009A-1B91-16FE326D1A7C}"/>
              </a:ext>
            </a:extLst>
          </p:cNvPr>
          <p:cNvSpPr/>
          <p:nvPr/>
        </p:nvSpPr>
        <p:spPr>
          <a:xfrm>
            <a:off x="1619318" y="1748041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D6E115-22C3-35BD-FDE2-0AA39F942882}"/>
              </a:ext>
            </a:extLst>
          </p:cNvPr>
          <p:cNvCxnSpPr/>
          <p:nvPr/>
        </p:nvCxnSpPr>
        <p:spPr>
          <a:xfrm>
            <a:off x="1771516" y="1876378"/>
            <a:ext cx="928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EA665F-AC71-360D-A24D-48F9C26E61BD}"/>
              </a:ext>
            </a:extLst>
          </p:cNvPr>
          <p:cNvCxnSpPr/>
          <p:nvPr/>
        </p:nvCxnSpPr>
        <p:spPr>
          <a:xfrm flipV="1">
            <a:off x="2700051" y="1876378"/>
            <a:ext cx="0" cy="3094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25DB9C-A4C8-DD21-FEBA-8F762FF74D40}"/>
              </a:ext>
            </a:extLst>
          </p:cNvPr>
          <p:cNvCxnSpPr>
            <a:cxnSpLocks/>
          </p:cNvCxnSpPr>
          <p:nvPr/>
        </p:nvCxnSpPr>
        <p:spPr>
          <a:xfrm>
            <a:off x="2454996" y="2185851"/>
            <a:ext cx="50126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CC3F24-F646-3ED1-8B23-C63699CE2888}"/>
              </a:ext>
            </a:extLst>
          </p:cNvPr>
          <p:cNvCxnSpPr>
            <a:cxnSpLocks/>
          </p:cNvCxnSpPr>
          <p:nvPr/>
        </p:nvCxnSpPr>
        <p:spPr>
          <a:xfrm>
            <a:off x="2570585" y="2312733"/>
            <a:ext cx="2589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1749CF-6A50-1CB4-745D-ED1D8056711C}"/>
              </a:ext>
            </a:extLst>
          </p:cNvPr>
          <p:cNvCxnSpPr>
            <a:cxnSpLocks/>
          </p:cNvCxnSpPr>
          <p:nvPr/>
        </p:nvCxnSpPr>
        <p:spPr>
          <a:xfrm>
            <a:off x="2660839" y="2420743"/>
            <a:ext cx="1065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108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315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Bookman Old Style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Fardad Soleimanloo</dc:creator>
  <cp:lastModifiedBy>Fardad Soleimanloo</cp:lastModifiedBy>
  <cp:revision>22</cp:revision>
  <dcterms:created xsi:type="dcterms:W3CDTF">2015-07-21T15:00:36Z</dcterms:created>
  <dcterms:modified xsi:type="dcterms:W3CDTF">2026-01-21T15:53:59Z</dcterms:modified>
</cp:coreProperties>
</file>