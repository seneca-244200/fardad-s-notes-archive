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284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406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847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543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32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884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078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81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228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538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90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2A5FC-7EDB-4D1E-910E-DADED3D6FB05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4D57A-0BDF-4321-8528-04AD15915D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97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61156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973293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135030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171034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207207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/>
          <p:cNvSpPr/>
          <p:nvPr/>
        </p:nvSpPr>
        <p:spPr>
          <a:xfrm>
            <a:off x="243808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279812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/>
          <p:cNvSpPr/>
          <p:nvPr/>
        </p:nvSpPr>
        <p:spPr>
          <a:xfrm>
            <a:off x="3159862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/>
          <p:cNvSpPr/>
          <p:nvPr/>
        </p:nvSpPr>
        <p:spPr>
          <a:xfrm>
            <a:off x="353687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389691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/>
          <p:cNvSpPr/>
          <p:nvPr/>
        </p:nvSpPr>
        <p:spPr>
          <a:xfrm>
            <a:off x="4258648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457200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493204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5293773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567078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603082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639255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675856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/>
          <p:cNvSpPr/>
          <p:nvPr/>
        </p:nvSpPr>
        <p:spPr>
          <a:xfrm>
            <a:off x="711860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/>
          <p:cNvSpPr/>
          <p:nvPr/>
        </p:nvSpPr>
        <p:spPr>
          <a:xfrm>
            <a:off x="7480342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Rectangle 29"/>
          <p:cNvSpPr/>
          <p:nvPr/>
        </p:nvSpPr>
        <p:spPr>
          <a:xfrm>
            <a:off x="785735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/>
          <p:cNvSpPr/>
          <p:nvPr/>
        </p:nvSpPr>
        <p:spPr>
          <a:xfrm>
            <a:off x="821739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Rectangle 31"/>
          <p:cNvSpPr/>
          <p:nvPr/>
        </p:nvSpPr>
        <p:spPr>
          <a:xfrm>
            <a:off x="8579128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0" y="476672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0" y="908720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0"/>
          </p:cNvCxnSpPr>
          <p:nvPr/>
        </p:nvCxnSpPr>
        <p:spPr>
          <a:xfrm>
            <a:off x="8759148" y="476672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2" idx="2"/>
          </p:cNvCxnSpPr>
          <p:nvPr/>
        </p:nvCxnSpPr>
        <p:spPr>
          <a:xfrm>
            <a:off x="8759148" y="908720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09867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/>
          <p:cNvSpPr/>
          <p:nvPr/>
        </p:nvSpPr>
        <p:spPr>
          <a:xfrm>
            <a:off x="4258648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/>
          <p:cNvSpPr/>
          <p:nvPr/>
        </p:nvSpPr>
        <p:spPr>
          <a:xfrm>
            <a:off x="4980421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/>
          <p:cNvSpPr/>
          <p:nvPr/>
        </p:nvSpPr>
        <p:spPr>
          <a:xfrm>
            <a:off x="5702194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6419510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Rectangle 49"/>
          <p:cNvSpPr/>
          <p:nvPr/>
        </p:nvSpPr>
        <p:spPr>
          <a:xfrm>
            <a:off x="7141283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2" name="Curved Connector 51"/>
          <p:cNvCxnSpPr>
            <a:endCxn id="19" idx="3"/>
          </p:cNvCxnSpPr>
          <p:nvPr/>
        </p:nvCxnSpPr>
        <p:spPr>
          <a:xfrm>
            <a:off x="970753" y="692696"/>
            <a:ext cx="3286202" cy="12700"/>
          </a:xfrm>
          <a:prstGeom prst="curvedConnector5">
            <a:avLst>
              <a:gd name="adj1" fmla="val 254"/>
              <a:gd name="adj2" fmla="val 6773709"/>
              <a:gd name="adj3" fmla="val 89249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458554" y="295253"/>
            <a:ext cx="8145894" cy="15655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r>
              <a:rPr lang="en-CA" dirty="0">
                <a:solidFill>
                  <a:srgbClr val="00B050"/>
                </a:solidFill>
              </a:rPr>
              <a:t>The Executable Program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8554" y="2132856"/>
            <a:ext cx="562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int</a:t>
            </a:r>
            <a:r>
              <a:rPr lang="en-CA" dirty="0"/>
              <a:t> a[5];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5548" y="847217"/>
            <a:ext cx="332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7912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5008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575048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936781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1313794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673834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2035567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2401577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2761617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3123350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/>
          <p:cNvSpPr/>
          <p:nvPr/>
        </p:nvSpPr>
        <p:spPr>
          <a:xfrm>
            <a:off x="3500363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/>
          <p:cNvSpPr/>
          <p:nvPr/>
        </p:nvSpPr>
        <p:spPr>
          <a:xfrm>
            <a:off x="3860403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/>
          <p:cNvSpPr/>
          <p:nvPr/>
        </p:nvSpPr>
        <p:spPr>
          <a:xfrm>
            <a:off x="4222136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/>
          <p:cNvSpPr/>
          <p:nvPr/>
        </p:nvSpPr>
        <p:spPr>
          <a:xfrm>
            <a:off x="4535488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/>
          <p:cNvSpPr/>
          <p:nvPr/>
        </p:nvSpPr>
        <p:spPr>
          <a:xfrm>
            <a:off x="4895528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/>
          <p:cNvSpPr/>
          <p:nvPr/>
        </p:nvSpPr>
        <p:spPr>
          <a:xfrm>
            <a:off x="5257261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5634274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/>
          <p:cNvSpPr/>
          <p:nvPr/>
        </p:nvSpPr>
        <p:spPr>
          <a:xfrm>
            <a:off x="5994314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/>
          <p:cNvSpPr/>
          <p:nvPr/>
        </p:nvSpPr>
        <p:spPr>
          <a:xfrm>
            <a:off x="6356047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/>
          <p:cNvSpPr/>
          <p:nvPr/>
        </p:nvSpPr>
        <p:spPr>
          <a:xfrm>
            <a:off x="6722057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/>
          <p:cNvSpPr/>
          <p:nvPr/>
        </p:nvSpPr>
        <p:spPr>
          <a:xfrm>
            <a:off x="7082097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/>
          <p:cNvSpPr/>
          <p:nvPr/>
        </p:nvSpPr>
        <p:spPr>
          <a:xfrm>
            <a:off x="7443830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Rectangle 24"/>
          <p:cNvSpPr/>
          <p:nvPr/>
        </p:nvSpPr>
        <p:spPr>
          <a:xfrm>
            <a:off x="7820843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Rectangle 25"/>
          <p:cNvSpPr/>
          <p:nvPr/>
        </p:nvSpPr>
        <p:spPr>
          <a:xfrm>
            <a:off x="8180883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/>
          <p:cNvSpPr/>
          <p:nvPr/>
        </p:nvSpPr>
        <p:spPr>
          <a:xfrm>
            <a:off x="8542616" y="3068960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-36512" y="3068960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-36512" y="3501008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7" idx="0"/>
          </p:cNvCxnSpPr>
          <p:nvPr/>
        </p:nvCxnSpPr>
        <p:spPr>
          <a:xfrm>
            <a:off x="8722636" y="3068960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7" idx="2"/>
          </p:cNvCxnSpPr>
          <p:nvPr/>
        </p:nvCxnSpPr>
        <p:spPr>
          <a:xfrm>
            <a:off x="8722636" y="3501008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73355" y="3068960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Rectangle 32"/>
          <p:cNvSpPr/>
          <p:nvPr/>
        </p:nvSpPr>
        <p:spPr>
          <a:xfrm>
            <a:off x="215008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ectangle 33"/>
          <p:cNvSpPr/>
          <p:nvPr/>
        </p:nvSpPr>
        <p:spPr>
          <a:xfrm>
            <a:off x="575048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/>
          <p:cNvSpPr/>
          <p:nvPr/>
        </p:nvSpPr>
        <p:spPr>
          <a:xfrm>
            <a:off x="936781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ectangle 35"/>
          <p:cNvSpPr/>
          <p:nvPr/>
        </p:nvSpPr>
        <p:spPr>
          <a:xfrm>
            <a:off x="1313794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 36"/>
          <p:cNvSpPr/>
          <p:nvPr/>
        </p:nvSpPr>
        <p:spPr>
          <a:xfrm>
            <a:off x="1673834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 37"/>
          <p:cNvSpPr/>
          <p:nvPr/>
        </p:nvSpPr>
        <p:spPr>
          <a:xfrm>
            <a:off x="2035567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 38"/>
          <p:cNvSpPr/>
          <p:nvPr/>
        </p:nvSpPr>
        <p:spPr>
          <a:xfrm>
            <a:off x="2401577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Rectangle 39"/>
          <p:cNvSpPr/>
          <p:nvPr/>
        </p:nvSpPr>
        <p:spPr>
          <a:xfrm>
            <a:off x="2761617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Rectangle 40"/>
          <p:cNvSpPr/>
          <p:nvPr/>
        </p:nvSpPr>
        <p:spPr>
          <a:xfrm>
            <a:off x="3123350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Rectangle 41"/>
          <p:cNvSpPr/>
          <p:nvPr/>
        </p:nvSpPr>
        <p:spPr>
          <a:xfrm>
            <a:off x="3500363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/>
          <p:cNvSpPr/>
          <p:nvPr/>
        </p:nvSpPr>
        <p:spPr>
          <a:xfrm>
            <a:off x="3860403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Rectangle 43"/>
          <p:cNvSpPr/>
          <p:nvPr/>
        </p:nvSpPr>
        <p:spPr>
          <a:xfrm>
            <a:off x="4222136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/>
          <p:cNvSpPr/>
          <p:nvPr/>
        </p:nvSpPr>
        <p:spPr>
          <a:xfrm>
            <a:off x="4535488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/>
          <p:cNvSpPr/>
          <p:nvPr/>
        </p:nvSpPr>
        <p:spPr>
          <a:xfrm>
            <a:off x="4895528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Rectangle 46"/>
          <p:cNvSpPr/>
          <p:nvPr/>
        </p:nvSpPr>
        <p:spPr>
          <a:xfrm>
            <a:off x="5257261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/>
          <p:cNvSpPr/>
          <p:nvPr/>
        </p:nvSpPr>
        <p:spPr>
          <a:xfrm>
            <a:off x="5634274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Rectangle 48"/>
          <p:cNvSpPr/>
          <p:nvPr/>
        </p:nvSpPr>
        <p:spPr>
          <a:xfrm>
            <a:off x="5994314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0" name="Rectangle 49"/>
          <p:cNvSpPr/>
          <p:nvPr/>
        </p:nvSpPr>
        <p:spPr>
          <a:xfrm>
            <a:off x="6356047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" name="Rectangle 50"/>
          <p:cNvSpPr/>
          <p:nvPr/>
        </p:nvSpPr>
        <p:spPr>
          <a:xfrm>
            <a:off x="6722057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Rectangle 51"/>
          <p:cNvSpPr/>
          <p:nvPr/>
        </p:nvSpPr>
        <p:spPr>
          <a:xfrm>
            <a:off x="7082097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Rectangle 52"/>
          <p:cNvSpPr/>
          <p:nvPr/>
        </p:nvSpPr>
        <p:spPr>
          <a:xfrm>
            <a:off x="7443830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Rectangle 53"/>
          <p:cNvSpPr/>
          <p:nvPr/>
        </p:nvSpPr>
        <p:spPr>
          <a:xfrm>
            <a:off x="7820843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Rectangle 54"/>
          <p:cNvSpPr/>
          <p:nvPr/>
        </p:nvSpPr>
        <p:spPr>
          <a:xfrm>
            <a:off x="8180883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Rectangle 55"/>
          <p:cNvSpPr/>
          <p:nvPr/>
        </p:nvSpPr>
        <p:spPr>
          <a:xfrm>
            <a:off x="8542616" y="4941168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-36512" y="4941168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-36512" y="5373216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6" idx="0"/>
          </p:cNvCxnSpPr>
          <p:nvPr/>
        </p:nvCxnSpPr>
        <p:spPr>
          <a:xfrm>
            <a:off x="8722636" y="4941168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56" idx="2"/>
          </p:cNvCxnSpPr>
          <p:nvPr/>
        </p:nvCxnSpPr>
        <p:spPr>
          <a:xfrm>
            <a:off x="8722636" y="5373216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4222136" y="4941168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 61"/>
          <p:cNvSpPr/>
          <p:nvPr/>
        </p:nvSpPr>
        <p:spPr>
          <a:xfrm>
            <a:off x="4943909" y="4941168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Rectangle 62"/>
          <p:cNvSpPr/>
          <p:nvPr/>
        </p:nvSpPr>
        <p:spPr>
          <a:xfrm>
            <a:off x="5665682" y="4941168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Rectangle 63"/>
          <p:cNvSpPr/>
          <p:nvPr/>
        </p:nvSpPr>
        <p:spPr>
          <a:xfrm>
            <a:off x="6382998" y="4941168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Rectangle 64"/>
          <p:cNvSpPr/>
          <p:nvPr/>
        </p:nvSpPr>
        <p:spPr>
          <a:xfrm>
            <a:off x="7104771" y="4941168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6" name="Curved Connector 65"/>
          <p:cNvCxnSpPr>
            <a:endCxn id="43" idx="3"/>
          </p:cNvCxnSpPr>
          <p:nvPr/>
        </p:nvCxnSpPr>
        <p:spPr>
          <a:xfrm>
            <a:off x="934241" y="3284984"/>
            <a:ext cx="3286202" cy="1872208"/>
          </a:xfrm>
          <a:prstGeom prst="curvedConnector3">
            <a:avLst>
              <a:gd name="adj1" fmla="val 33598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07343" y="2655493"/>
            <a:ext cx="2900009" cy="15655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r>
              <a:rPr lang="en-CA" dirty="0">
                <a:solidFill>
                  <a:srgbClr val="00B050"/>
                </a:solidFill>
              </a:rPr>
              <a:t>The Executable Program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2136" y="4494188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/>
              <a:t>Heap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0792" y="3717032"/>
            <a:ext cx="562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Int</a:t>
            </a:r>
            <a:r>
              <a:rPr lang="en-CA" dirty="0"/>
              <a:t>* a = new </a:t>
            </a:r>
            <a:r>
              <a:rPr lang="en-CA" dirty="0" err="1"/>
              <a:t>int</a:t>
            </a:r>
            <a:r>
              <a:rPr lang="en-CA" dirty="0"/>
              <a:t>[5];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152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Rectangle 70"/>
          <p:cNvSpPr/>
          <p:nvPr/>
        </p:nvSpPr>
        <p:spPr>
          <a:xfrm>
            <a:off x="61156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Rectangle 71"/>
          <p:cNvSpPr/>
          <p:nvPr/>
        </p:nvSpPr>
        <p:spPr>
          <a:xfrm>
            <a:off x="973293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Rectangle 72"/>
          <p:cNvSpPr/>
          <p:nvPr/>
        </p:nvSpPr>
        <p:spPr>
          <a:xfrm>
            <a:off x="135030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Rectangle 73"/>
          <p:cNvSpPr/>
          <p:nvPr/>
        </p:nvSpPr>
        <p:spPr>
          <a:xfrm>
            <a:off x="171034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Rectangle 74"/>
          <p:cNvSpPr/>
          <p:nvPr/>
        </p:nvSpPr>
        <p:spPr>
          <a:xfrm>
            <a:off x="207207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Rectangle 75"/>
          <p:cNvSpPr/>
          <p:nvPr/>
        </p:nvSpPr>
        <p:spPr>
          <a:xfrm>
            <a:off x="243808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Rectangle 76"/>
          <p:cNvSpPr/>
          <p:nvPr/>
        </p:nvSpPr>
        <p:spPr>
          <a:xfrm>
            <a:off x="279812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8" name="Rectangle 77"/>
          <p:cNvSpPr/>
          <p:nvPr/>
        </p:nvSpPr>
        <p:spPr>
          <a:xfrm>
            <a:off x="3159862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Rectangle 78"/>
          <p:cNvSpPr/>
          <p:nvPr/>
        </p:nvSpPr>
        <p:spPr>
          <a:xfrm>
            <a:off x="353687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0" name="Rectangle 79"/>
          <p:cNvSpPr/>
          <p:nvPr/>
        </p:nvSpPr>
        <p:spPr>
          <a:xfrm>
            <a:off x="389691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Rectangle 80"/>
          <p:cNvSpPr/>
          <p:nvPr/>
        </p:nvSpPr>
        <p:spPr>
          <a:xfrm>
            <a:off x="4258648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Rectangle 81"/>
          <p:cNvSpPr/>
          <p:nvPr/>
        </p:nvSpPr>
        <p:spPr>
          <a:xfrm>
            <a:off x="457200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Rectangle 82"/>
          <p:cNvSpPr/>
          <p:nvPr/>
        </p:nvSpPr>
        <p:spPr>
          <a:xfrm>
            <a:off x="4932040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Rectangle 83"/>
          <p:cNvSpPr/>
          <p:nvPr/>
        </p:nvSpPr>
        <p:spPr>
          <a:xfrm>
            <a:off x="5293773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Rectangle 84"/>
          <p:cNvSpPr/>
          <p:nvPr/>
        </p:nvSpPr>
        <p:spPr>
          <a:xfrm>
            <a:off x="567078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Rectangle 85"/>
          <p:cNvSpPr/>
          <p:nvPr/>
        </p:nvSpPr>
        <p:spPr>
          <a:xfrm>
            <a:off x="6030826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Rectangle 86"/>
          <p:cNvSpPr/>
          <p:nvPr/>
        </p:nvSpPr>
        <p:spPr>
          <a:xfrm>
            <a:off x="639255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Rectangle 87"/>
          <p:cNvSpPr/>
          <p:nvPr/>
        </p:nvSpPr>
        <p:spPr>
          <a:xfrm>
            <a:off x="675856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Rectangle 88"/>
          <p:cNvSpPr/>
          <p:nvPr/>
        </p:nvSpPr>
        <p:spPr>
          <a:xfrm>
            <a:off x="7118609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Rectangle 89"/>
          <p:cNvSpPr/>
          <p:nvPr/>
        </p:nvSpPr>
        <p:spPr>
          <a:xfrm>
            <a:off x="7480342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1" name="Rectangle 90"/>
          <p:cNvSpPr/>
          <p:nvPr/>
        </p:nvSpPr>
        <p:spPr>
          <a:xfrm>
            <a:off x="785735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2" name="Rectangle 91"/>
          <p:cNvSpPr/>
          <p:nvPr/>
        </p:nvSpPr>
        <p:spPr>
          <a:xfrm>
            <a:off x="8217395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Rectangle 92"/>
          <p:cNvSpPr/>
          <p:nvPr/>
        </p:nvSpPr>
        <p:spPr>
          <a:xfrm>
            <a:off x="8579128" y="476672"/>
            <a:ext cx="360040" cy="4320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4" name="Straight Arrow Connector 93"/>
          <p:cNvCxnSpPr/>
          <p:nvPr/>
        </p:nvCxnSpPr>
        <p:spPr>
          <a:xfrm flipH="1">
            <a:off x="0" y="476672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>
            <a:off x="0" y="908720"/>
            <a:ext cx="251520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93" idx="0"/>
          </p:cNvCxnSpPr>
          <p:nvPr/>
        </p:nvCxnSpPr>
        <p:spPr>
          <a:xfrm>
            <a:off x="8759148" y="476672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3" idx="2"/>
          </p:cNvCxnSpPr>
          <p:nvPr/>
        </p:nvCxnSpPr>
        <p:spPr>
          <a:xfrm>
            <a:off x="8759148" y="908720"/>
            <a:ext cx="384852" cy="0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609867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9" name="Rectangle 98"/>
          <p:cNvSpPr/>
          <p:nvPr/>
        </p:nvSpPr>
        <p:spPr>
          <a:xfrm>
            <a:off x="4258648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0" name="Rectangle 99"/>
          <p:cNvSpPr/>
          <p:nvPr/>
        </p:nvSpPr>
        <p:spPr>
          <a:xfrm>
            <a:off x="4980421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1" name="Rectangle 100"/>
          <p:cNvSpPr/>
          <p:nvPr/>
        </p:nvSpPr>
        <p:spPr>
          <a:xfrm>
            <a:off x="5702194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2" name="Rectangle 101"/>
          <p:cNvSpPr/>
          <p:nvPr/>
        </p:nvSpPr>
        <p:spPr>
          <a:xfrm>
            <a:off x="6419510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Rectangle 102"/>
          <p:cNvSpPr/>
          <p:nvPr/>
        </p:nvSpPr>
        <p:spPr>
          <a:xfrm>
            <a:off x="7141283" y="476672"/>
            <a:ext cx="721773" cy="4320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4" name="Curved Connector 103"/>
          <p:cNvCxnSpPr>
            <a:endCxn id="80" idx="3"/>
          </p:cNvCxnSpPr>
          <p:nvPr/>
        </p:nvCxnSpPr>
        <p:spPr>
          <a:xfrm>
            <a:off x="970753" y="692696"/>
            <a:ext cx="3286202" cy="12700"/>
          </a:xfrm>
          <a:prstGeom prst="curvedConnector5">
            <a:avLst>
              <a:gd name="adj1" fmla="val 254"/>
              <a:gd name="adj2" fmla="val 6773709"/>
              <a:gd name="adj3" fmla="val 89249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458554" y="295253"/>
            <a:ext cx="8145894" cy="15655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endParaRPr lang="en-CA" dirty="0">
              <a:solidFill>
                <a:srgbClr val="00B050"/>
              </a:solidFill>
            </a:endParaRPr>
          </a:p>
          <a:p>
            <a:pPr algn="ctr"/>
            <a:r>
              <a:rPr lang="en-CA" dirty="0">
                <a:solidFill>
                  <a:srgbClr val="00B050"/>
                </a:solidFill>
              </a:rPr>
              <a:t>The Executable Program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8554" y="2132856"/>
            <a:ext cx="562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int</a:t>
            </a:r>
            <a:r>
              <a:rPr lang="en-CA" dirty="0"/>
              <a:t> a[5];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5548" y="847217"/>
            <a:ext cx="332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4055" y="3376788"/>
            <a:ext cx="332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93957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</Words>
  <Application>Microsoft Office PowerPoint</Application>
  <PresentationFormat>On-screen Show 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fardad</dc:creator>
  <cp:lastModifiedBy>Fardad Soleimanloo</cp:lastModifiedBy>
  <cp:revision>6</cp:revision>
  <dcterms:created xsi:type="dcterms:W3CDTF">2015-02-02T03:44:35Z</dcterms:created>
  <dcterms:modified xsi:type="dcterms:W3CDTF">2026-05-22T18:33:38Z</dcterms:modified>
</cp:coreProperties>
</file>