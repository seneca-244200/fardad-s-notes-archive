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3" r:id="rId7"/>
    <p:sldId id="264" r:id="rId8"/>
    <p:sldId id="265" r:id="rId9"/>
    <p:sldId id="276" r:id="rId10"/>
    <p:sldId id="272" r:id="rId11"/>
    <p:sldId id="273" r:id="rId12"/>
    <p:sldId id="271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8" autoAdjust="0"/>
    <p:restoredTop sz="94680" autoAdjust="0"/>
  </p:normalViewPr>
  <p:slideViewPr>
    <p:cSldViewPr snapToGrid="0">
      <p:cViewPr varScale="1">
        <p:scale>
          <a:sx n="106" d="100"/>
          <a:sy n="106" d="100"/>
        </p:scale>
        <p:origin x="7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5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3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7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0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2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3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2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1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6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9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9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Curved Connector 15"/>
          <p:cNvCxnSpPr>
            <a:stCxn id="4" idx="6"/>
          </p:cNvCxnSpPr>
          <p:nvPr/>
        </p:nvCxnSpPr>
        <p:spPr>
          <a:xfrm>
            <a:off x="3457074" y="2149642"/>
            <a:ext cx="11485749" cy="22013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15981" y="836076"/>
            <a:ext cx="6205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U</a:t>
            </a:r>
            <a:r>
              <a:rPr lang="en-US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sing an uninitialized pointer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1040" y="2585997"/>
            <a:ext cx="4099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m_data</a:t>
            </a:r>
            <a:r>
              <a:rPr lang="en-US" dirty="0"/>
              <a:t> is just created.</a:t>
            </a:r>
          </a:p>
          <a:p>
            <a:r>
              <a:rPr lang="en-US" dirty="0"/>
              <a:t>- It has some garbage value.</a:t>
            </a:r>
          </a:p>
          <a:p>
            <a:r>
              <a:rPr lang="en-US" dirty="0"/>
              <a:t>- The target of </a:t>
            </a:r>
            <a:r>
              <a:rPr lang="en-US" dirty="0" err="1"/>
              <a:t>m_data</a:t>
            </a:r>
            <a:r>
              <a:rPr lang="en-US" dirty="0"/>
              <a:t> is someplace in memory that is not reserved for us. </a:t>
            </a:r>
          </a:p>
          <a:p>
            <a:r>
              <a:rPr lang="en-US" dirty="0"/>
              <a:t>- Hence, accessing it will cause an error.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4099" y="4385545"/>
            <a:ext cx="390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[5] = value; or *</a:t>
            </a:r>
            <a:r>
              <a:rPr lang="en-US" dirty="0" err="1"/>
              <a:t>m_data</a:t>
            </a:r>
            <a:r>
              <a:rPr lang="en-US" dirty="0"/>
              <a:t> = value;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8647" y="5087314"/>
            <a:ext cx="2047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Segmentation fault!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987216" y="4639117"/>
            <a:ext cx="1048151" cy="4481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484947" y="5447751"/>
            <a:ext cx="693420" cy="9620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 rot="10800000">
            <a:off x="8035367" y="4063325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 rot="10800000">
            <a:off x="8283017" y="429965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 rot="10800000">
            <a:off x="8588526" y="429965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/>
          <p:cNvSpPr/>
          <p:nvPr/>
        </p:nvSpPr>
        <p:spPr>
          <a:xfrm rot="10800000" flipV="1">
            <a:off x="8304681" y="4569482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13F38-B60B-4690-8130-C0409E6E93D7}"/>
              </a:ext>
            </a:extLst>
          </p:cNvPr>
          <p:cNvSpPr txBox="1"/>
          <p:nvPr/>
        </p:nvSpPr>
        <p:spPr>
          <a:xfrm>
            <a:off x="2824561" y="1619706"/>
            <a:ext cx="172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Type* </a:t>
            </a:r>
            <a:r>
              <a:rPr lang="en-US" dirty="0" err="1"/>
              <a:t>m_data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0035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Curved Connector 15"/>
          <p:cNvCxnSpPr>
            <a:stCxn id="4" idx="0"/>
          </p:cNvCxnSpPr>
          <p:nvPr/>
        </p:nvCxnSpPr>
        <p:spPr>
          <a:xfrm rot="16200000" flipH="1">
            <a:off x="3220490" y="2133562"/>
            <a:ext cx="480355" cy="255841"/>
          </a:xfrm>
          <a:prstGeom prst="curvedConnector3">
            <a:avLst>
              <a:gd name="adj1" fmla="val -4759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0758" y="1003406"/>
            <a:ext cx="109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r>
              <a:rPr lang="en-US" dirty="0"/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9" y="1467306"/>
            <a:ext cx="198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= </a:t>
            </a:r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104566" y="634074"/>
            <a:ext cx="3361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411607" y="2501660"/>
            <a:ext cx="3539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481754" y="2582008"/>
            <a:ext cx="22860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536968" y="2662355"/>
            <a:ext cx="10597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98720" y="2021304"/>
            <a:ext cx="355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m_data</a:t>
            </a:r>
            <a:r>
              <a:rPr lang="en-US" dirty="0"/>
              <a:t> is set to null.</a:t>
            </a:r>
          </a:p>
          <a:p>
            <a:r>
              <a:rPr lang="en-US" dirty="0"/>
              <a:t>- Size and value of data does not have a meaning since there is nothing to have a size or value!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55573" y="3185160"/>
            <a:ext cx="2061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[3] = value;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556113"/>
            <a:ext cx="2512447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Null pointer assignment!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2645833" y="2925445"/>
            <a:ext cx="987373" cy="4237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1957283" y="2439789"/>
            <a:ext cx="1563096" cy="1345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 rot="10800000">
            <a:off x="682837" y="3185160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 rot="10800000">
            <a:off x="930487" y="3421491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 rot="10800000">
            <a:off x="1235996" y="3421491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 rot="10800000" flipV="1">
            <a:off x="952151" y="3691317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2AD970-4A2C-4D9C-9FAC-0E353AFBA006}"/>
              </a:ext>
            </a:extLst>
          </p:cNvPr>
          <p:cNvSpPr txBox="1"/>
          <p:nvPr/>
        </p:nvSpPr>
        <p:spPr>
          <a:xfrm>
            <a:off x="6628766" y="711018"/>
            <a:ext cx="4589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U</a:t>
            </a:r>
            <a:r>
              <a:rPr lang="en-US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sing a NULL pointer</a:t>
            </a:r>
          </a:p>
        </p:txBody>
      </p:sp>
    </p:spTree>
    <p:extLst>
      <p:ext uri="{BB962C8B-B14F-4D97-AF65-F5344CB8AC3E}">
        <p14:creationId xmlns:p14="http://schemas.microsoft.com/office/powerpoint/2010/main" val="62810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604346" y="358615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81638" y="2971360"/>
            <a:ext cx="3266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= new type[</a:t>
            </a:r>
            <a:r>
              <a:rPr lang="en-US" dirty="0" err="1"/>
              <a:t>m_size</a:t>
            </a:r>
            <a:r>
              <a:rPr lang="en-US" dirty="0"/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1883" y="3537301"/>
            <a:ext cx="200528" cy="305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56419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56947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561483" y="3537301"/>
            <a:ext cx="200528" cy="3051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58003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62536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155051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4288323" y="3026505"/>
            <a:ext cx="103910" cy="1223210"/>
          </a:xfrm>
          <a:prstGeom prst="curvedConnector4">
            <a:avLst>
              <a:gd name="adj1" fmla="val -219998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6200000">
            <a:off x="5495320" y="249245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256684" y="2568256"/>
            <a:ext cx="1086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500491" y="2198924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7988" y="3529029"/>
            <a:ext cx="283467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1929" y="4598467"/>
            <a:ext cx="1678346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m_data</a:t>
            </a:r>
            <a:r>
              <a:rPr lang="en-US" dirty="0">
                <a:solidFill>
                  <a:srgbClr val="00B050"/>
                </a:solidFill>
              </a:rPr>
              <a:t>[3] = V;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4617867" y="3738918"/>
            <a:ext cx="1029852" cy="10123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266197" y="4742755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513847" y="497908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819356" y="497908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/>
          <p:cNvSpPr/>
          <p:nvPr/>
        </p:nvSpPr>
        <p:spPr>
          <a:xfrm flipV="1">
            <a:off x="5535511" y="5248912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6746975" y="4147363"/>
            <a:ext cx="159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m_data</a:t>
            </a:r>
            <a:r>
              <a:rPr lang="en-US" dirty="0">
                <a:solidFill>
                  <a:srgbClr val="FF0000"/>
                </a:solidFill>
              </a:rPr>
              <a:t>[7] = X;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 flipV="1">
            <a:off x="6580157" y="3738919"/>
            <a:ext cx="1270078" cy="5061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43558" y="3529029"/>
            <a:ext cx="283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15727" y="3420295"/>
            <a:ext cx="2047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Segmentation fault!</a:t>
            </a:r>
          </a:p>
        </p:txBody>
      </p:sp>
      <p:cxnSp>
        <p:nvCxnSpPr>
          <p:cNvPr id="56" name="Straight Arrow Connector 55"/>
          <p:cNvCxnSpPr>
            <a:endCxn id="55" idx="1"/>
          </p:cNvCxnSpPr>
          <p:nvPr/>
        </p:nvCxnSpPr>
        <p:spPr>
          <a:xfrm>
            <a:off x="6580157" y="3586155"/>
            <a:ext cx="835570" cy="188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 rot="10800000">
            <a:off x="7842447" y="2396306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0800000">
            <a:off x="8090097" y="2632637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0800000">
            <a:off x="8395606" y="2632637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c 60"/>
          <p:cNvSpPr/>
          <p:nvPr/>
        </p:nvSpPr>
        <p:spPr>
          <a:xfrm rot="10800000" flipV="1">
            <a:off x="8111761" y="2902463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7726281" y="3826887"/>
            <a:ext cx="2694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reserved for us to use!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6B91C5-B7AD-477D-8F08-02CDA2ACEB14}"/>
              </a:ext>
            </a:extLst>
          </p:cNvPr>
          <p:cNvSpPr txBox="1"/>
          <p:nvPr/>
        </p:nvSpPr>
        <p:spPr>
          <a:xfrm>
            <a:off x="1947773" y="769755"/>
            <a:ext cx="845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Going out of range of allocation size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540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5229" y="2780114"/>
            <a:ext cx="3014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= new type[</a:t>
            </a:r>
            <a:r>
              <a:rPr lang="en-US" dirty="0" err="1"/>
              <a:t>newsize</a:t>
            </a:r>
            <a:r>
              <a:rPr lang="en-US" dirty="0"/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5958" y="1972815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stCxn id="4" idx="4"/>
            <a:endCxn id="14" idx="1"/>
          </p:cNvCxnSpPr>
          <p:nvPr/>
        </p:nvCxnSpPr>
        <p:spPr>
          <a:xfrm rot="16200000" flipH="1">
            <a:off x="3815923" y="1794803"/>
            <a:ext cx="657913" cy="162426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60758" y="973706"/>
            <a:ext cx="115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5104566" y="634074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98677" y="3601095"/>
            <a:ext cx="45665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53" name="Straight Connector 52"/>
          <p:cNvCxnSpPr/>
          <p:nvPr/>
        </p:nvCxnSpPr>
        <p:spPr>
          <a:xfrm>
            <a:off x="3770602" y="1775842"/>
            <a:ext cx="376283" cy="3495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756304" y="1770238"/>
            <a:ext cx="390581" cy="35515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4DA6D9F-9B56-42A7-9CD3-56C1B06B02EE}"/>
              </a:ext>
            </a:extLst>
          </p:cNvPr>
          <p:cNvSpPr txBox="1"/>
          <p:nvPr/>
        </p:nvSpPr>
        <p:spPr>
          <a:xfrm>
            <a:off x="6954278" y="4806007"/>
            <a:ext cx="4783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Causing Memory leak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E7480-C73A-FD3B-B55F-AE63B2C14FE4}"/>
              </a:ext>
            </a:extLst>
          </p:cNvPr>
          <p:cNvSpPr txBox="1"/>
          <p:nvPr/>
        </p:nvSpPr>
        <p:spPr>
          <a:xfrm>
            <a:off x="408373" y="51905"/>
            <a:ext cx="11034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Never reuse pointers without deleting the old one first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78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val 49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2667786" y="1603119"/>
            <a:ext cx="93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55958" y="1972815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Curved Connector 77"/>
          <p:cNvCxnSpPr>
            <a:stCxn id="50" idx="4"/>
            <a:endCxn id="64" idx="1"/>
          </p:cNvCxnSpPr>
          <p:nvPr/>
        </p:nvCxnSpPr>
        <p:spPr>
          <a:xfrm rot="16200000" flipH="1">
            <a:off x="3815923" y="1794803"/>
            <a:ext cx="657913" cy="162426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9" name="Right Brace 78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Brace 80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5076049" y="965347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8192" y="3674472"/>
            <a:ext cx="45665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967664" y="1196622"/>
            <a:ext cx="685822" cy="711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34180" y="913652"/>
            <a:ext cx="146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Memory Leak</a:t>
            </a:r>
          </a:p>
        </p:txBody>
      </p:sp>
      <p:sp>
        <p:nvSpPr>
          <p:cNvPr id="91" name="Oval 90"/>
          <p:cNvSpPr/>
          <p:nvPr/>
        </p:nvSpPr>
        <p:spPr>
          <a:xfrm rot="10800000">
            <a:off x="7635612" y="881913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 rot="10800000">
            <a:off x="7883262" y="1118244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 rot="10800000">
            <a:off x="8188771" y="1118244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Arc 93"/>
          <p:cNvSpPr/>
          <p:nvPr/>
        </p:nvSpPr>
        <p:spPr>
          <a:xfrm rot="10800000" flipV="1">
            <a:off x="7904926" y="1388070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576CF8-5F71-4A39-B6D4-984BB240FBA7}"/>
              </a:ext>
            </a:extLst>
          </p:cNvPr>
          <p:cNvSpPr txBox="1"/>
          <p:nvPr/>
        </p:nvSpPr>
        <p:spPr>
          <a:xfrm>
            <a:off x="6954278" y="4806007"/>
            <a:ext cx="4783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Causing Memory leak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5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Curved Connector 12"/>
          <p:cNvCxnSpPr>
            <a:stCxn id="12" idx="0"/>
          </p:cNvCxnSpPr>
          <p:nvPr/>
        </p:nvCxnSpPr>
        <p:spPr>
          <a:xfrm rot="16200000" flipH="1">
            <a:off x="3220490" y="2133562"/>
            <a:ext cx="480355" cy="255841"/>
          </a:xfrm>
          <a:prstGeom prst="curvedConnector3">
            <a:avLst>
              <a:gd name="adj1" fmla="val -4759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60758" y="1003406"/>
            <a:ext cx="109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r>
              <a:rPr 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7080" y="1467306"/>
            <a:ext cx="252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Type* </a:t>
            </a:r>
            <a:r>
              <a:rPr lang="en-US" dirty="0" err="1"/>
              <a:t>m_data</a:t>
            </a:r>
            <a:r>
              <a:rPr lang="en-US" dirty="0"/>
              <a:t> = </a:t>
            </a:r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104566" y="634074"/>
            <a:ext cx="450660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411607" y="2501660"/>
            <a:ext cx="3539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481754" y="2582008"/>
            <a:ext cx="22860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536968" y="2662355"/>
            <a:ext cx="10597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DFBCE8-80DA-4FAE-B6EB-B181AE11F274}"/>
              </a:ext>
            </a:extLst>
          </p:cNvPr>
          <p:cNvSpPr txBox="1"/>
          <p:nvPr/>
        </p:nvSpPr>
        <p:spPr>
          <a:xfrm>
            <a:off x="1420378" y="3275005"/>
            <a:ext cx="93512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Correct state of an unused pointer for DMA is always in a safe empty state when not used </a:t>
            </a:r>
            <a:b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</a:br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(= </a:t>
            </a:r>
            <a:r>
              <a:rPr lang="en-CA" sz="32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nullptr</a:t>
            </a:r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)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321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0472" y="1406510"/>
            <a:ext cx="306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= new type[</a:t>
            </a:r>
            <a:r>
              <a:rPr lang="en-US" dirty="0" err="1"/>
              <a:t>m_size</a:t>
            </a:r>
            <a:r>
              <a:rPr lang="en-US" dirty="0"/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5958" y="1972451"/>
            <a:ext cx="200528" cy="305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98" y="1461655"/>
            <a:ext cx="103910" cy="1223210"/>
          </a:xfrm>
          <a:prstGeom prst="curvedConnector4">
            <a:avLst>
              <a:gd name="adj1" fmla="val -219998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60758" y="1003406"/>
            <a:ext cx="89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104566" y="634074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E56537-9EB6-434E-BBA1-2E2F92A0AFF7}"/>
              </a:ext>
            </a:extLst>
          </p:cNvPr>
          <p:cNvSpPr txBox="1"/>
          <p:nvPr/>
        </p:nvSpPr>
        <p:spPr>
          <a:xfrm>
            <a:off x="1051107" y="2955408"/>
            <a:ext cx="1030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Correct state of a dynamically allocated memory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72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68202" y="1286376"/>
            <a:ext cx="184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delete[] </a:t>
            </a:r>
            <a:r>
              <a:rPr lang="en-US" dirty="0" err="1"/>
              <a:t>m_data</a:t>
            </a:r>
            <a:r>
              <a:rPr lang="en-US" dirty="0"/>
              <a:t>;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5958" y="1972451"/>
            <a:ext cx="200528" cy="305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98" y="1461655"/>
            <a:ext cx="103910" cy="1223210"/>
          </a:xfrm>
          <a:prstGeom prst="curvedConnector4">
            <a:avLst>
              <a:gd name="adj1" fmla="val -219998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675277" y="1003406"/>
            <a:ext cx="99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104566" y="634074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675277" y="1796126"/>
            <a:ext cx="1130969" cy="60157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675277" y="1852273"/>
            <a:ext cx="1130969" cy="54543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6B2C9E4-523E-45E1-B147-F7647E75EB4D}"/>
              </a:ext>
            </a:extLst>
          </p:cNvPr>
          <p:cNvSpPr txBox="1"/>
          <p:nvPr/>
        </p:nvSpPr>
        <p:spPr>
          <a:xfrm>
            <a:off x="1583768" y="3008675"/>
            <a:ext cx="103083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Correct memory deallocation (same way it was allocated)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5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Curved Connector 12"/>
          <p:cNvCxnSpPr>
            <a:stCxn id="12" idx="0"/>
          </p:cNvCxnSpPr>
          <p:nvPr/>
        </p:nvCxnSpPr>
        <p:spPr>
          <a:xfrm rot="16200000" flipH="1">
            <a:off x="3220490" y="2133562"/>
            <a:ext cx="480355" cy="255841"/>
          </a:xfrm>
          <a:prstGeom prst="curvedConnector3">
            <a:avLst>
              <a:gd name="adj1" fmla="val -4759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1003406"/>
            <a:ext cx="1425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r>
              <a:rPr lang="en-US" dirty="0"/>
              <a:t> 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7080" y="1467306"/>
            <a:ext cx="252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= </a:t>
            </a:r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104566" y="634074"/>
            <a:ext cx="450660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411607" y="2501660"/>
            <a:ext cx="3539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481754" y="2582008"/>
            <a:ext cx="22860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536968" y="2662355"/>
            <a:ext cx="10597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34C6CB-E8B8-49DA-A9D2-70145824F333}"/>
              </a:ext>
            </a:extLst>
          </p:cNvPr>
          <p:cNvSpPr txBox="1"/>
          <p:nvPr/>
        </p:nvSpPr>
        <p:spPr>
          <a:xfrm>
            <a:off x="527325" y="4580022"/>
            <a:ext cx="1030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Always set everything back to NULL when done!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68202" y="1286376"/>
            <a:ext cx="184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</a:t>
            </a:r>
            <a:r>
              <a:rPr lang="en-US" dirty="0" err="1"/>
              <a:t>m_data</a:t>
            </a:r>
            <a:r>
              <a:rPr lang="en-US" dirty="0"/>
              <a:t>;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5958" y="1972451"/>
            <a:ext cx="200528" cy="305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98" y="1461655"/>
            <a:ext cx="103910" cy="1223210"/>
          </a:xfrm>
          <a:prstGeom prst="curvedConnector4">
            <a:avLst>
              <a:gd name="adj1" fmla="val -219998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756486" y="1003406"/>
            <a:ext cx="91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104566" y="634074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495801" y="1838506"/>
            <a:ext cx="260685" cy="57948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491793" y="1838506"/>
            <a:ext cx="272709" cy="6421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957A234-9DB4-4BCF-9A81-62A2E59FEC34}"/>
              </a:ext>
            </a:extLst>
          </p:cNvPr>
          <p:cNvSpPr txBox="1"/>
          <p:nvPr/>
        </p:nvSpPr>
        <p:spPr>
          <a:xfrm>
            <a:off x="527325" y="4580022"/>
            <a:ext cx="1030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Incorrect memory deallocation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1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Brace 32"/>
          <p:cNvSpPr/>
          <p:nvPr/>
        </p:nvSpPr>
        <p:spPr>
          <a:xfrm rot="16200000">
            <a:off x="5199659" y="1027868"/>
            <a:ext cx="304800" cy="1191147"/>
          </a:xfrm>
          <a:prstGeom prst="rightBrace">
            <a:avLst>
              <a:gd name="adj1" fmla="val 77333"/>
              <a:gd name="adj2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5362078" y="563232"/>
            <a:ext cx="685822" cy="711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28594" y="280262"/>
            <a:ext cx="146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Memory Leak</a:t>
            </a:r>
          </a:p>
        </p:txBody>
      </p:sp>
      <p:sp>
        <p:nvSpPr>
          <p:cNvPr id="20" name="Oval 19"/>
          <p:cNvSpPr/>
          <p:nvPr/>
        </p:nvSpPr>
        <p:spPr>
          <a:xfrm rot="10800000">
            <a:off x="7030026" y="248523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 rot="10800000">
            <a:off x="7277676" y="484854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 rot="10800000">
            <a:off x="7583185" y="484854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0800000" flipV="1">
            <a:off x="7299340" y="754680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77996-2D34-487C-8CBC-189499686936}"/>
              </a:ext>
            </a:extLst>
          </p:cNvPr>
          <p:cNvSpPr txBox="1"/>
          <p:nvPr/>
        </p:nvSpPr>
        <p:spPr>
          <a:xfrm>
            <a:off x="527325" y="4580022"/>
            <a:ext cx="1030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Causes memory leak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88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Curved Connector 12"/>
          <p:cNvCxnSpPr>
            <a:stCxn id="12" idx="0"/>
          </p:cNvCxnSpPr>
          <p:nvPr/>
        </p:nvCxnSpPr>
        <p:spPr>
          <a:xfrm rot="16200000" flipH="1">
            <a:off x="3220490" y="2133562"/>
            <a:ext cx="480355" cy="255841"/>
          </a:xfrm>
          <a:prstGeom prst="curvedConnector3">
            <a:avLst>
              <a:gd name="adj1" fmla="val -4759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30553" y="1467306"/>
            <a:ext cx="225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= </a:t>
            </a:r>
            <a:r>
              <a:rPr lang="en-US" dirty="0" err="1"/>
              <a:t>nullptr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411607" y="2501660"/>
            <a:ext cx="3539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481754" y="2582008"/>
            <a:ext cx="22860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536968" y="2662355"/>
            <a:ext cx="10597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849897-1E0E-4786-AB20-DC6121DC1220}"/>
              </a:ext>
            </a:extLst>
          </p:cNvPr>
          <p:cNvSpPr txBox="1"/>
          <p:nvPr/>
        </p:nvSpPr>
        <p:spPr>
          <a:xfrm>
            <a:off x="4892040" y="1003406"/>
            <a:ext cx="106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29BC8A-40AD-441F-A2CC-C1102B41F613}"/>
              </a:ext>
            </a:extLst>
          </p:cNvPr>
          <p:cNvSpPr txBox="1"/>
          <p:nvPr/>
        </p:nvSpPr>
        <p:spPr>
          <a:xfrm>
            <a:off x="5104566" y="634074"/>
            <a:ext cx="450660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F1C547-C5AE-49DB-BF48-3F90C1E2818A}"/>
              </a:ext>
            </a:extLst>
          </p:cNvPr>
          <p:cNvSpPr txBox="1"/>
          <p:nvPr/>
        </p:nvSpPr>
        <p:spPr>
          <a:xfrm>
            <a:off x="719349" y="2874294"/>
            <a:ext cx="103083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When reusing pointers always make sure they are </a:t>
            </a:r>
            <a:b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</a:br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actually not being used!!!!!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FD3A3-E5A4-425C-ABC0-DD5FACD9C29A}"/>
              </a:ext>
            </a:extLst>
          </p:cNvPr>
          <p:cNvSpPr txBox="1"/>
          <p:nvPr/>
        </p:nvSpPr>
        <p:spPr>
          <a:xfrm>
            <a:off x="2743199" y="4363161"/>
            <a:ext cx="84065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if(</a:t>
            </a:r>
            <a:r>
              <a:rPr lang="en-US" dirty="0" err="1">
                <a:latin typeface="Consolas" panose="020B0609020204030204" pitchFamily="49" charset="0"/>
              </a:rPr>
              <a:t>m_data</a:t>
            </a:r>
            <a:r>
              <a:rPr lang="en-US" dirty="0">
                <a:latin typeface="Consolas" panose="020B0609020204030204" pitchFamily="49" charset="0"/>
              </a:rPr>
              <a:t> != </a:t>
            </a:r>
            <a:r>
              <a:rPr lang="en-US" dirty="0" err="1">
                <a:latin typeface="Consolas" panose="020B0609020204030204" pitchFamily="49" charset="0"/>
              </a:rPr>
              <a:t>nullptr</a:t>
            </a:r>
            <a:r>
              <a:rPr lang="en-US" dirty="0">
                <a:latin typeface="Consolas" panose="020B0609020204030204" pitchFamily="49" charset="0"/>
              </a:rPr>
              <a:t>){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Take care unfinished business with allocated memory if needed</a:t>
            </a:r>
          </a:p>
          <a:p>
            <a:r>
              <a:rPr lang="en-CA" dirty="0">
                <a:latin typeface="Consolas" panose="020B0609020204030204" pitchFamily="49" charset="0"/>
              </a:rPr>
              <a:t>}</a:t>
            </a:r>
          </a:p>
          <a:p>
            <a:r>
              <a:rPr lang="en-CA" dirty="0">
                <a:latin typeface="Consolas" panose="020B0609020204030204" pitchFamily="49" charset="0"/>
              </a:rPr>
              <a:t>Free memory</a:t>
            </a:r>
          </a:p>
          <a:p>
            <a:r>
              <a:rPr lang="en-CA" dirty="0">
                <a:latin typeface="Consolas" panose="020B0609020204030204" pitchFamily="49" charset="0"/>
              </a:rPr>
              <a:t>Then do DMA!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70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30489" y="1345654"/>
            <a:ext cx="31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r>
              <a:rPr lang="en-US" dirty="0"/>
              <a:t> = new type[</a:t>
            </a:r>
            <a:r>
              <a:rPr lang="en-US" dirty="0" err="1"/>
              <a:t>newsize</a:t>
            </a:r>
            <a:r>
              <a:rPr lang="en-US" dirty="0"/>
              <a:t>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6885" y="327708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351421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51949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756485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953005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157538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350053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538560" y="327708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743096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43624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148160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44680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549213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741728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stCxn id="4" idx="4"/>
            <a:endCxn id="14" idx="1"/>
          </p:cNvCxnSpPr>
          <p:nvPr/>
        </p:nvCxnSpPr>
        <p:spPr>
          <a:xfrm rot="16200000" flipH="1">
            <a:off x="3163972" y="2446754"/>
            <a:ext cx="1151689" cy="81413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ight Brace 34"/>
          <p:cNvSpPr/>
          <p:nvPr/>
        </p:nvSpPr>
        <p:spPr>
          <a:xfrm rot="5400000">
            <a:off x="5399183" y="2540222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133496" y="4083295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088551" y="4094871"/>
            <a:ext cx="45665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36" name="Curved Connector 35"/>
          <p:cNvCxnSpPr/>
          <p:nvPr/>
        </p:nvCxnSpPr>
        <p:spPr>
          <a:xfrm rot="16200000" flipH="1">
            <a:off x="3220490" y="2133562"/>
            <a:ext cx="480355" cy="255841"/>
          </a:xfrm>
          <a:prstGeom prst="curvedConnector3">
            <a:avLst>
              <a:gd name="adj1" fmla="val -4759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411607" y="2501660"/>
            <a:ext cx="3539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481754" y="2582008"/>
            <a:ext cx="22860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536968" y="2662355"/>
            <a:ext cx="10597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468434" y="2206901"/>
            <a:ext cx="211161" cy="22252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447655" y="2212241"/>
            <a:ext cx="250442" cy="21718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4679804-8557-4CE8-86D5-CA15A20234B3}"/>
              </a:ext>
            </a:extLst>
          </p:cNvPr>
          <p:cNvSpPr txBox="1"/>
          <p:nvPr/>
        </p:nvSpPr>
        <p:spPr>
          <a:xfrm>
            <a:off x="3457074" y="512251"/>
            <a:ext cx="8126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Reuse memory with new size and specs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174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146885" y="327708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351421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51949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756485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953005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157538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350053" y="327672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538560" y="327708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743096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43624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148160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44680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549213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741728" y="3276724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stCxn id="4" idx="4"/>
            <a:endCxn id="14" idx="1"/>
          </p:cNvCxnSpPr>
          <p:nvPr/>
        </p:nvCxnSpPr>
        <p:spPr>
          <a:xfrm rot="16200000" flipH="1">
            <a:off x="3163972" y="2446754"/>
            <a:ext cx="1151689" cy="81413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Right Brace 34"/>
          <p:cNvSpPr/>
          <p:nvPr/>
        </p:nvSpPr>
        <p:spPr>
          <a:xfrm rot="5400000">
            <a:off x="5399183" y="2540222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133496" y="4083295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088551" y="4094871"/>
            <a:ext cx="45665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1649762"/>
            <a:ext cx="111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104571" y="3256762"/>
            <a:ext cx="283467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199" y="1690140"/>
            <a:ext cx="172795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m_data</a:t>
            </a:r>
            <a:r>
              <a:rPr lang="en-US" dirty="0">
                <a:solidFill>
                  <a:srgbClr val="00B050"/>
                </a:solidFill>
              </a:rPr>
              <a:t>[10] = V;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729319" y="1951189"/>
            <a:ext cx="516986" cy="125418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310074" y="1834428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557724" y="2070759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6863233" y="2070759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/>
          <p:cNvSpPr/>
          <p:nvPr/>
        </p:nvSpPr>
        <p:spPr>
          <a:xfrm flipV="1">
            <a:off x="6579388" y="2340585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5858D9-1F00-4481-B127-562E10D8D75F}"/>
              </a:ext>
            </a:extLst>
          </p:cNvPr>
          <p:cNvSpPr txBox="1"/>
          <p:nvPr/>
        </p:nvSpPr>
        <p:spPr>
          <a:xfrm>
            <a:off x="4790557" y="4924392"/>
            <a:ext cx="69094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Always stay within the range of your allocated memory size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426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425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Fardad Soleimanloo</dc:creator>
  <cp:lastModifiedBy>Fardad Soleimanloo</cp:lastModifiedBy>
  <cp:revision>19</cp:revision>
  <dcterms:created xsi:type="dcterms:W3CDTF">2015-07-21T15:00:36Z</dcterms:created>
  <dcterms:modified xsi:type="dcterms:W3CDTF">2026-01-21T15:57:44Z</dcterms:modified>
</cp:coreProperties>
</file>